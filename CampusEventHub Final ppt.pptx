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9" r:id="rId14"/>
    <p:sldId id="270" r:id="rId15"/>
    <p:sldId id="271" r:id="rId16"/>
    <p:sldId id="272" r:id="rId17"/>
    <p:sldId id="266" r:id="rId18"/>
  </p:sldIdLst>
  <p:sldSz cx="14630400" cy="8229600"/>
  <p:notesSz cx="8229600" cy="14630400"/>
  <p:embeddedFontLst>
    <p:embeddedFont>
      <p:font typeface="Cabin" panose="020B0604020202020204" charset="0"/>
      <p:regular r:id="rId20"/>
    </p:embeddedFont>
    <p:embeddedFont>
      <p:font typeface="Unbounded" panose="020B0604020202020204" charset="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44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67227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Start by explaining what students see when they first log in — a personalized dashboard that brings everything together in one place
• Highlight the three key features:
Event Feed: Students can browse all active campus events at a glance. Point out how they can quickly see important details like date, location, and what category each event falls under
Registration Status: They can easily track which events they're already signed up for and check the approval status right away — no need to dig through emails or notifications
Quick Actions: Everything they need to do — register, filter by interests, or explore new events — is accessible without navigating away from the dashboard
• Emphasize the convenience factor: this centralized view saves time and keeps students informed about what's happening on campus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7.png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24124" y="2641640"/>
            <a:ext cx="6135172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CampusEventHub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6324124" y="3704630"/>
            <a:ext cx="7468553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 full-featured event management platform built for college students, organizers, and admins — making campus life easier to plan, join,search,attend and manage events.</a:t>
            </a:r>
            <a:endParaRPr lang="en-US" sz="1850" dirty="0"/>
          </a:p>
        </p:txBody>
      </p:sp>
      <p:sp>
        <p:nvSpPr>
          <p:cNvPr id="5" name="Shape 2"/>
          <p:cNvSpPr/>
          <p:nvPr/>
        </p:nvSpPr>
        <p:spPr>
          <a:xfrm>
            <a:off x="6324124" y="5130522"/>
            <a:ext cx="4294942" cy="449818"/>
          </a:xfrm>
          <a:prstGeom prst="roundRect">
            <a:avLst>
              <a:gd name="adj" fmla="val 6386"/>
            </a:avLst>
          </a:prstGeom>
          <a:solidFill>
            <a:srgbClr val="054842"/>
          </a:solidFill>
          <a:ln/>
        </p:spPr>
      </p:sp>
      <p:sp>
        <p:nvSpPr>
          <p:cNvPr id="6" name="Text 3"/>
          <p:cNvSpPr/>
          <p:nvPr/>
        </p:nvSpPr>
        <p:spPr>
          <a:xfrm>
            <a:off x="6467713" y="5202317"/>
            <a:ext cx="4007763" cy="306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INFOSYS SPRING BOARD INTERNSHIP PROJECT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10738723" y="5122902"/>
            <a:ext cx="1191339" cy="465058"/>
          </a:xfrm>
          <a:prstGeom prst="roundRect">
            <a:avLst>
              <a:gd name="adj" fmla="val 6177"/>
            </a:avLst>
          </a:prstGeom>
          <a:noFill/>
          <a:ln w="7620">
            <a:solidFill>
              <a:srgbClr val="0A988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889933" y="5202317"/>
            <a:ext cx="888921" cy="306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0A988B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BY TEAM 3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662226"/>
            <a:ext cx="7468553" cy="1408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The Problem We're Solving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837724" y="2429232"/>
            <a:ext cx="7468553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College events — hackathons, sports, cultural fests — are often organized through scattered WhatsApp groups, Google Forms, and notice boards. Students miss out, organizers lose track, and admins have no visibility.</a:t>
            </a:r>
            <a:endParaRPr lang="en-US" sz="1850" dirty="0"/>
          </a:p>
        </p:txBody>
      </p:sp>
      <p:sp>
        <p:nvSpPr>
          <p:cNvPr id="5" name="Shape 2"/>
          <p:cNvSpPr/>
          <p:nvPr/>
        </p:nvSpPr>
        <p:spPr>
          <a:xfrm>
            <a:off x="837724" y="3847505"/>
            <a:ext cx="3614618" cy="2123242"/>
          </a:xfrm>
          <a:prstGeom prst="roundRect">
            <a:avLst>
              <a:gd name="adj" fmla="val 1691"/>
            </a:avLst>
          </a:prstGeom>
          <a:solidFill>
            <a:srgbClr val="304755"/>
          </a:solidFill>
          <a:ln/>
        </p:spPr>
      </p:sp>
      <p:sp>
        <p:nvSpPr>
          <p:cNvPr id="6" name="Text 3"/>
          <p:cNvSpPr/>
          <p:nvPr/>
        </p:nvSpPr>
        <p:spPr>
          <a:xfrm>
            <a:off x="1077039" y="4086820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For Students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77039" y="4582358"/>
            <a:ext cx="3135987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Hard to discover events, track registrations, or get updates in one place.</a:t>
            </a:r>
            <a:endParaRPr lang="en-US" sz="1850" dirty="0"/>
          </a:p>
        </p:txBody>
      </p:sp>
      <p:sp>
        <p:nvSpPr>
          <p:cNvPr id="8" name="Shape 5"/>
          <p:cNvSpPr/>
          <p:nvPr/>
        </p:nvSpPr>
        <p:spPr>
          <a:xfrm>
            <a:off x="4691657" y="3847504"/>
            <a:ext cx="3614619" cy="3602778"/>
          </a:xfrm>
          <a:prstGeom prst="roundRect">
            <a:avLst>
              <a:gd name="adj" fmla="val 1691"/>
            </a:avLst>
          </a:prstGeom>
          <a:solidFill>
            <a:srgbClr val="304755"/>
          </a:solidFill>
          <a:ln/>
        </p:spPr>
      </p:sp>
      <p:sp>
        <p:nvSpPr>
          <p:cNvPr id="9" name="Text 6"/>
          <p:cNvSpPr/>
          <p:nvPr/>
        </p:nvSpPr>
        <p:spPr>
          <a:xfrm>
            <a:off x="4930973" y="4086820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For Organizers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4930973" y="4582358"/>
            <a:ext cx="3135987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000"/>
              </a:lnSpc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No centralized tool to create, manage, and promote campus events. </a:t>
            </a:r>
          </a:p>
          <a:p>
            <a:pPr>
              <a:lnSpc>
                <a:spcPts val="3000"/>
              </a:lnSpc>
            </a:pPr>
            <a:endParaRPr lang="en-US" sz="1850" dirty="0">
              <a:solidFill>
                <a:srgbClr val="CAD6DE"/>
              </a:solidFill>
              <a:latin typeface="Cabin" pitchFamily="34" charset="0"/>
              <a:ea typeface="Cabin" pitchFamily="34" charset="-122"/>
              <a:cs typeface="Cabin" pitchFamily="34" charset="-120"/>
            </a:endParaRPr>
          </a:p>
          <a:p>
            <a:pPr>
              <a:lnSpc>
                <a:spcPts val="3000"/>
              </a:lnSpc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No oversight on event approvals, attendance, or campus activity.</a:t>
            </a:r>
            <a:endParaRPr lang="en-US" sz="1850" dirty="0"/>
          </a:p>
          <a:p>
            <a:pPr marL="0" indent="0" algn="l">
              <a:lnSpc>
                <a:spcPts val="3000"/>
              </a:lnSpc>
              <a:buNone/>
            </a:pP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1077039" y="6944916"/>
            <a:ext cx="6989921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endParaRPr lang="en-US" sz="1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722948"/>
            <a:ext cx="6840141" cy="5984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Meet CampusEventHub</a:t>
            </a:r>
            <a:endParaRPr lang="en-US" sz="3750" dirty="0"/>
          </a:p>
        </p:txBody>
      </p:sp>
      <p:sp>
        <p:nvSpPr>
          <p:cNvPr id="3" name="Text 1"/>
          <p:cNvSpPr/>
          <p:nvPr/>
        </p:nvSpPr>
        <p:spPr>
          <a:xfrm>
            <a:off x="837724" y="1667232"/>
            <a:ext cx="12954952" cy="6022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One platform. Three roles. Zero chaos. CampusEventHub is a web-based event management system that connects students, event organizers, and university admins — streamlining how campus events are created, discovered, and managed.</a:t>
            </a:r>
            <a:endParaRPr lang="en-US" sz="1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6781" y="2463998"/>
            <a:ext cx="10896719" cy="4546997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81126" y="4853149"/>
            <a:ext cx="407772" cy="40777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257140" y="2673549"/>
            <a:ext cx="2331698" cy="291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Students</a:t>
            </a:r>
            <a:endParaRPr lang="en-US" sz="1800" dirty="0"/>
          </a:p>
        </p:txBody>
      </p:sp>
      <p:sp>
        <p:nvSpPr>
          <p:cNvPr id="7" name="Text 3"/>
          <p:cNvSpPr/>
          <p:nvPr/>
        </p:nvSpPr>
        <p:spPr>
          <a:xfrm>
            <a:off x="8257140" y="3052931"/>
            <a:ext cx="4247021" cy="229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Discover, register, and track campus events</a:t>
            </a:r>
            <a:endParaRPr lang="en-US" sz="15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69478" y="4853149"/>
            <a:ext cx="407772" cy="407771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257312" y="4153227"/>
            <a:ext cx="2654302" cy="291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Organizers/Admins</a:t>
            </a:r>
            <a:endParaRPr lang="en-US" sz="1800" dirty="0"/>
          </a:p>
        </p:txBody>
      </p:sp>
      <p:sp>
        <p:nvSpPr>
          <p:cNvPr id="10" name="Text 5"/>
          <p:cNvSpPr/>
          <p:nvPr/>
        </p:nvSpPr>
        <p:spPr>
          <a:xfrm>
            <a:off x="8257312" y="4532609"/>
            <a:ext cx="4247021" cy="229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Create, publish, and manage event listings.</a:t>
            </a:r>
            <a:endParaRPr lang="en-US" sz="1550" dirty="0"/>
          </a:p>
        </p:txBody>
      </p:sp>
      <p:sp>
        <p:nvSpPr>
          <p:cNvPr id="11" name="Text 6"/>
          <p:cNvSpPr/>
          <p:nvPr/>
        </p:nvSpPr>
        <p:spPr>
          <a:xfrm>
            <a:off x="8257312" y="4849880"/>
            <a:ext cx="4247021" cy="229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Approve events and oversee campus activity</a:t>
            </a:r>
            <a:endParaRPr lang="en-US" sz="15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346819" y="4853149"/>
            <a:ext cx="407772" cy="407771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257312" y="5679532"/>
            <a:ext cx="2331698" cy="291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who is Admin?</a:t>
            </a:r>
            <a:endParaRPr lang="en-US" sz="1800" dirty="0"/>
          </a:p>
        </p:txBody>
      </p:sp>
      <p:sp>
        <p:nvSpPr>
          <p:cNvPr id="14" name="Text 8"/>
          <p:cNvSpPr/>
          <p:nvPr/>
        </p:nvSpPr>
        <p:spPr>
          <a:xfrm>
            <a:off x="8257312" y="6058915"/>
            <a:ext cx="4247021" cy="6875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anyone with valid emailID and college who wants to organize or host a event with authorites permission.</a:t>
            </a:r>
            <a:endParaRPr lang="en-US" sz="1550" dirty="0"/>
          </a:p>
        </p:txBody>
      </p:sp>
      <p:sp>
        <p:nvSpPr>
          <p:cNvPr id="15" name="Text 9"/>
          <p:cNvSpPr/>
          <p:nvPr/>
        </p:nvSpPr>
        <p:spPr>
          <a:xfrm>
            <a:off x="837724" y="7205543"/>
            <a:ext cx="12954952" cy="3011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Each user type has a tailored experience, ensuring the right tools for the right people.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126331"/>
            <a:ext cx="12895659" cy="668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42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Getting Started: Landing, Login &amp; Signup</a:t>
            </a:r>
            <a:endParaRPr lang="en-US" sz="4200" dirty="0"/>
          </a:p>
        </p:txBody>
      </p:sp>
      <p:sp>
        <p:nvSpPr>
          <p:cNvPr id="4" name="Text 1"/>
          <p:cNvSpPr/>
          <p:nvPr/>
        </p:nvSpPr>
        <p:spPr>
          <a:xfrm>
            <a:off x="9626679" y="2335054"/>
            <a:ext cx="2675334" cy="334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Landing Page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9626679" y="2885361"/>
            <a:ext cx="4173498" cy="14187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 clean, welcoming homepage that introduces the platform and directs users to login or sign up — the first touchpoint for every visitor.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9626679" y="4660762"/>
            <a:ext cx="4173498" cy="35957"/>
          </a:xfrm>
          <a:prstGeom prst="rect">
            <a:avLst/>
          </a:prstGeom>
          <a:solidFill>
            <a:srgbClr val="CAD6DE">
              <a:alpha val="5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9626679" y="4939665"/>
            <a:ext cx="3241715" cy="334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Authentication Flow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9626679" y="5489972"/>
            <a:ext cx="4173498" cy="14187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Secure login and registration pages with form validation ensure only verified students and staff can access the platform. Role-based access is assigned at signup.</a:t>
            </a:r>
            <a:endParaRPr lang="en-US" sz="175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020B4B2-98D0-22F0-7391-8AD856008E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210" y="2335054"/>
            <a:ext cx="9314267" cy="447600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208323" y="86427"/>
            <a:ext cx="6213753" cy="654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50"/>
              </a:lnSpc>
              <a:buNone/>
            </a:pPr>
            <a:r>
              <a:rPr lang="en-US" sz="41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Student Dashboard</a:t>
            </a:r>
            <a:endParaRPr lang="en-US" sz="4100" dirty="0"/>
          </a:p>
        </p:txBody>
      </p:sp>
      <p:sp>
        <p:nvSpPr>
          <p:cNvPr id="4" name="Text 1"/>
          <p:cNvSpPr/>
          <p:nvPr/>
        </p:nvSpPr>
        <p:spPr>
          <a:xfrm>
            <a:off x="719939" y="676319"/>
            <a:ext cx="7503319" cy="6874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Once logged in, students land on a personalized dashboard showing upcoming events, their registrations, and quick actions — all in one view.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186495" y="6473536"/>
            <a:ext cx="4281596" cy="1662546"/>
          </a:xfrm>
          <a:prstGeom prst="roundRect">
            <a:avLst>
              <a:gd name="adj" fmla="val 0"/>
            </a:avLst>
          </a:prstGeom>
          <a:solidFill>
            <a:srgbClr val="112836"/>
          </a:solidFill>
          <a:ln w="30480">
            <a:solidFill>
              <a:srgbClr val="49606E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56015" y="6473536"/>
            <a:ext cx="69571" cy="1662546"/>
          </a:xfrm>
          <a:prstGeom prst="roundRect">
            <a:avLst>
              <a:gd name="adj" fmla="val 27395"/>
            </a:avLst>
          </a:prstGeom>
          <a:solidFill>
            <a:srgbClr val="0A988B"/>
          </a:solidFill>
          <a:ln/>
        </p:spPr>
      </p:sp>
      <p:sp>
        <p:nvSpPr>
          <p:cNvPr id="7" name="Text 4"/>
          <p:cNvSpPr/>
          <p:nvPr/>
        </p:nvSpPr>
        <p:spPr>
          <a:xfrm>
            <a:off x="531063" y="6647991"/>
            <a:ext cx="1494822" cy="330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Event Feed</a:t>
            </a:r>
            <a:endParaRPr lang="en-US" sz="2050" dirty="0"/>
          </a:p>
        </p:txBody>
      </p:sp>
      <p:sp>
        <p:nvSpPr>
          <p:cNvPr id="8" name="Text 5"/>
          <p:cNvSpPr/>
          <p:nvPr/>
        </p:nvSpPr>
        <p:spPr>
          <a:xfrm>
            <a:off x="531063" y="7121089"/>
            <a:ext cx="3940536" cy="6946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Browse all active campus events at a glance with key details like date, location, and category.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4620114" y="6462463"/>
            <a:ext cx="4142456" cy="1673619"/>
          </a:xfrm>
          <a:prstGeom prst="roundRect">
            <a:avLst>
              <a:gd name="adj" fmla="val 11240"/>
            </a:avLst>
          </a:prstGeom>
          <a:solidFill>
            <a:srgbClr val="112836"/>
          </a:solidFill>
          <a:ln w="30480">
            <a:solidFill>
              <a:srgbClr val="49606E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4967980" y="6685074"/>
            <a:ext cx="1877452" cy="421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Registration Status</a:t>
            </a:r>
            <a:endParaRPr lang="en-US" sz="2050" dirty="0"/>
          </a:p>
        </p:txBody>
      </p:sp>
      <p:sp>
        <p:nvSpPr>
          <p:cNvPr id="12" name="Text 9"/>
          <p:cNvSpPr/>
          <p:nvPr/>
        </p:nvSpPr>
        <p:spPr>
          <a:xfrm>
            <a:off x="4967979" y="7136540"/>
            <a:ext cx="6888047" cy="441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Track which events you're registered for </a:t>
            </a:r>
          </a:p>
          <a:p>
            <a:pPr marL="0" indent="0" algn="l">
              <a:lnSpc>
                <a:spcPts val="2700"/>
              </a:lnSpc>
              <a:buNone/>
            </a:pPr>
            <a:r>
              <a:rPr lang="en-US" sz="17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and see approval status instantly.</a:t>
            </a:r>
            <a:endParaRPr lang="en-US" sz="1750" dirty="0"/>
          </a:p>
        </p:txBody>
      </p:sp>
      <p:sp>
        <p:nvSpPr>
          <p:cNvPr id="15" name="Text 12"/>
          <p:cNvSpPr/>
          <p:nvPr/>
        </p:nvSpPr>
        <p:spPr>
          <a:xfrm>
            <a:off x="6742748" y="4295538"/>
            <a:ext cx="2619613" cy="327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endParaRPr lang="en-US" sz="2050" dirty="0"/>
          </a:p>
        </p:txBody>
      </p:sp>
      <p:sp>
        <p:nvSpPr>
          <p:cNvPr id="16" name="Text 13"/>
          <p:cNvSpPr/>
          <p:nvPr/>
        </p:nvSpPr>
        <p:spPr>
          <a:xfrm>
            <a:off x="6742748" y="4747142"/>
            <a:ext cx="6905625" cy="343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endParaRPr lang="en-US" sz="1750" dirty="0"/>
          </a:p>
        </p:txBody>
      </p:sp>
      <p:sp>
        <p:nvSpPr>
          <p:cNvPr id="21" name="Shape 3">
            <a:extLst>
              <a:ext uri="{FF2B5EF4-FFF2-40B4-BE49-F238E27FC236}">
                <a16:creationId xmlns:a16="http://schemas.microsoft.com/office/drawing/2014/main" id="{E1032154-25CB-9290-723B-0C39B8887E9C}"/>
              </a:ext>
            </a:extLst>
          </p:cNvPr>
          <p:cNvSpPr/>
          <p:nvPr/>
        </p:nvSpPr>
        <p:spPr>
          <a:xfrm>
            <a:off x="4759261" y="6473536"/>
            <a:ext cx="69571" cy="1662546"/>
          </a:xfrm>
          <a:prstGeom prst="roundRect">
            <a:avLst>
              <a:gd name="adj" fmla="val 27395"/>
            </a:avLst>
          </a:prstGeom>
          <a:solidFill>
            <a:srgbClr val="0A988B"/>
          </a:solidFill>
          <a:ln/>
        </p:spPr>
      </p:sp>
      <p:sp>
        <p:nvSpPr>
          <p:cNvPr id="22" name="Shape 2">
            <a:extLst>
              <a:ext uri="{FF2B5EF4-FFF2-40B4-BE49-F238E27FC236}">
                <a16:creationId xmlns:a16="http://schemas.microsoft.com/office/drawing/2014/main" id="{8A4CCBCD-01D9-26F5-B6B3-40C981F17E66}"/>
              </a:ext>
            </a:extLst>
          </p:cNvPr>
          <p:cNvSpPr/>
          <p:nvPr/>
        </p:nvSpPr>
        <p:spPr>
          <a:xfrm>
            <a:off x="9144716" y="6473536"/>
            <a:ext cx="4281596" cy="1662546"/>
          </a:xfrm>
          <a:prstGeom prst="roundRect">
            <a:avLst>
              <a:gd name="adj" fmla="val 0"/>
            </a:avLst>
          </a:prstGeom>
          <a:solidFill>
            <a:srgbClr val="112836"/>
          </a:solidFill>
          <a:ln w="30480">
            <a:solidFill>
              <a:srgbClr val="49606E"/>
            </a:solidFill>
            <a:prstDash val="solid"/>
          </a:ln>
        </p:spPr>
      </p:sp>
      <p:sp>
        <p:nvSpPr>
          <p:cNvPr id="23" name="Text 4">
            <a:extLst>
              <a:ext uri="{FF2B5EF4-FFF2-40B4-BE49-F238E27FC236}">
                <a16:creationId xmlns:a16="http://schemas.microsoft.com/office/drawing/2014/main" id="{D9494B05-21E9-D4C4-3D40-6A2E609D6E32}"/>
              </a:ext>
            </a:extLst>
          </p:cNvPr>
          <p:cNvSpPr/>
          <p:nvPr/>
        </p:nvSpPr>
        <p:spPr>
          <a:xfrm>
            <a:off x="9489284" y="6647991"/>
            <a:ext cx="1494822" cy="330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50"/>
              </a:lnSpc>
            </a:pPr>
            <a:r>
              <a:rPr lang="en-US" sz="20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Quick Actions</a:t>
            </a:r>
            <a:endParaRPr lang="en-US" sz="2050" dirty="0"/>
          </a:p>
          <a:p>
            <a:pPr>
              <a:lnSpc>
                <a:spcPts val="2550"/>
              </a:lnSpc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Register, filter, or explore </a:t>
            </a:r>
          </a:p>
          <a:p>
            <a:pPr>
              <a:lnSpc>
                <a:spcPts val="2550"/>
              </a:lnSpc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events without</a:t>
            </a:r>
          </a:p>
          <a:p>
            <a:pPr>
              <a:lnSpc>
                <a:spcPts val="2550"/>
              </a:lnSpc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leaving the dashboard.</a:t>
            </a:r>
            <a:endParaRPr lang="en-US" sz="1600" dirty="0"/>
          </a:p>
          <a:p>
            <a:pPr marL="0" indent="0" algn="l">
              <a:lnSpc>
                <a:spcPts val="2550"/>
              </a:lnSpc>
              <a:buNone/>
            </a:pPr>
            <a:endParaRPr lang="en-US" sz="2050" dirty="0"/>
          </a:p>
        </p:txBody>
      </p:sp>
      <p:sp>
        <p:nvSpPr>
          <p:cNvPr id="24" name="Text 5">
            <a:extLst>
              <a:ext uri="{FF2B5EF4-FFF2-40B4-BE49-F238E27FC236}">
                <a16:creationId xmlns:a16="http://schemas.microsoft.com/office/drawing/2014/main" id="{87C0ACFB-185D-B7CC-A2E6-D3B058A7A05F}"/>
              </a:ext>
            </a:extLst>
          </p:cNvPr>
          <p:cNvSpPr/>
          <p:nvPr/>
        </p:nvSpPr>
        <p:spPr>
          <a:xfrm>
            <a:off x="9489284" y="7121089"/>
            <a:ext cx="3940536" cy="6946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endParaRPr lang="en-US" sz="1750" dirty="0"/>
          </a:p>
        </p:txBody>
      </p:sp>
      <p:sp>
        <p:nvSpPr>
          <p:cNvPr id="25" name="Shape 3">
            <a:extLst>
              <a:ext uri="{FF2B5EF4-FFF2-40B4-BE49-F238E27FC236}">
                <a16:creationId xmlns:a16="http://schemas.microsoft.com/office/drawing/2014/main" id="{7392D86F-C3F6-64D8-DE12-CE177865276B}"/>
              </a:ext>
            </a:extLst>
          </p:cNvPr>
          <p:cNvSpPr/>
          <p:nvPr/>
        </p:nvSpPr>
        <p:spPr>
          <a:xfrm>
            <a:off x="9131833" y="6496402"/>
            <a:ext cx="69571" cy="1662546"/>
          </a:xfrm>
          <a:prstGeom prst="roundRect">
            <a:avLst>
              <a:gd name="adj" fmla="val 27395"/>
            </a:avLst>
          </a:prstGeom>
          <a:solidFill>
            <a:srgbClr val="0A988B"/>
          </a:solidFill>
          <a:ln/>
        </p:spPr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1DD0F6A2-1D30-4B6F-5F7A-0EC1CBE8105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284" t="30" r="12801" b="2833"/>
          <a:stretch>
            <a:fillRect/>
          </a:stretch>
        </p:blipFill>
        <p:spPr>
          <a:xfrm>
            <a:off x="3232340" y="1521486"/>
            <a:ext cx="7503319" cy="476738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453010"/>
            <a:ext cx="9337953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Event Details &amp; Registration</a:t>
            </a:r>
            <a:endParaRPr lang="en-US" sz="4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l="12773" r="12943"/>
          <a:stretch>
            <a:fillRect/>
          </a:stretch>
        </p:blipFill>
        <p:spPr>
          <a:xfrm>
            <a:off x="318986" y="1881763"/>
            <a:ext cx="9153996" cy="592181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45491" y="2295644"/>
            <a:ext cx="4154686" cy="703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Everything You Need Before You Register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9645491" y="3238857"/>
            <a:ext cx="4154686" cy="153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Each event page displays full details — title, description, date, venue, organizer info, and capacity — so students can make informed decisions.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9645491" y="4986338"/>
            <a:ext cx="4154686" cy="2166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Clear event description and rules</a:t>
            </a:r>
            <a:endParaRPr lang="en-US" sz="1850" dirty="0"/>
          </a:p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Date, time, and location details</a:t>
            </a:r>
            <a:endParaRPr lang="en-US" sz="1850" dirty="0"/>
          </a:p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One-click registration button</a:t>
            </a:r>
            <a:endParaRPr lang="en-US" sz="1850" dirty="0"/>
          </a:p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Instant confirmation on successful signup</a:t>
            </a:r>
            <a:endParaRPr lang="en-US" sz="1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324124" y="766643"/>
            <a:ext cx="7468553" cy="1408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Your Registration, Confirmed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6324124" y="2533650"/>
            <a:ext cx="7468553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After registering, students can view their approved events in a dedicated section — a simple, clear record of everything they're signed up for. No more guessing or digging through emails.</a:t>
            </a:r>
            <a:endParaRPr lang="en-US" sz="1850" dirty="0"/>
          </a:p>
        </p:txBody>
      </p:sp>
      <p:sp>
        <p:nvSpPr>
          <p:cNvPr id="5" name="Shape 2"/>
          <p:cNvSpPr/>
          <p:nvPr/>
        </p:nvSpPr>
        <p:spPr>
          <a:xfrm>
            <a:off x="6324124" y="3951923"/>
            <a:ext cx="7468553" cy="3510915"/>
          </a:xfrm>
          <a:prstGeom prst="roundRect">
            <a:avLst>
              <a:gd name="adj" fmla="val 1023"/>
            </a:avLst>
          </a:prstGeom>
          <a:solidFill>
            <a:srgbClr val="304755"/>
          </a:solidFill>
          <a:ln/>
        </p:spPr>
      </p:sp>
      <p:sp>
        <p:nvSpPr>
          <p:cNvPr id="6" name="Shape 3"/>
          <p:cNvSpPr/>
          <p:nvPr/>
        </p:nvSpPr>
        <p:spPr>
          <a:xfrm>
            <a:off x="6324124" y="3951923"/>
            <a:ext cx="3734276" cy="2138482"/>
          </a:xfrm>
          <a:prstGeom prst="roundRect">
            <a:avLst>
              <a:gd name="adj" fmla="val 1679"/>
            </a:avLst>
          </a:prstGeom>
          <a:solidFill>
            <a:srgbClr val="304755"/>
          </a:solidFill>
          <a:ln/>
        </p:spPr>
      </p:sp>
      <p:sp>
        <p:nvSpPr>
          <p:cNvPr id="7" name="Text 4"/>
          <p:cNvSpPr/>
          <p:nvPr/>
        </p:nvSpPr>
        <p:spPr>
          <a:xfrm>
            <a:off x="6563439" y="4191238"/>
            <a:ext cx="2816185" cy="3671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✅</a:t>
            </a: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 Registered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563439" y="4702016"/>
            <a:ext cx="3255645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Event appears in your dashboard immediately after signup.</a:t>
            </a:r>
            <a:endParaRPr lang="en-US" sz="1850" dirty="0"/>
          </a:p>
        </p:txBody>
      </p:sp>
      <p:sp>
        <p:nvSpPr>
          <p:cNvPr id="9" name="Shape 6"/>
          <p:cNvSpPr/>
          <p:nvPr/>
        </p:nvSpPr>
        <p:spPr>
          <a:xfrm>
            <a:off x="10058400" y="3951923"/>
            <a:ext cx="3734276" cy="2138482"/>
          </a:xfrm>
          <a:prstGeom prst="rect">
            <a:avLst/>
          </a:prstGeom>
          <a:solidFill>
            <a:srgbClr val="304755"/>
          </a:solidFill>
          <a:ln/>
        </p:spPr>
      </p:sp>
      <p:sp>
        <p:nvSpPr>
          <p:cNvPr id="10" name="Shape 7"/>
          <p:cNvSpPr/>
          <p:nvPr/>
        </p:nvSpPr>
        <p:spPr>
          <a:xfrm>
            <a:off x="10058400" y="3951923"/>
            <a:ext cx="30480" cy="2138482"/>
          </a:xfrm>
          <a:prstGeom prst="roundRect">
            <a:avLst>
              <a:gd name="adj" fmla="val 117806"/>
            </a:avLst>
          </a:prstGeom>
          <a:solidFill>
            <a:srgbClr val="49606E"/>
          </a:solidFill>
          <a:ln/>
        </p:spPr>
      </p:sp>
      <p:sp>
        <p:nvSpPr>
          <p:cNvPr id="11" name="Text 8"/>
          <p:cNvSpPr/>
          <p:nvPr/>
        </p:nvSpPr>
        <p:spPr>
          <a:xfrm>
            <a:off x="10297716" y="4191238"/>
            <a:ext cx="2816185" cy="3671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🔔</a:t>
            </a: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 Approved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0297716" y="4702016"/>
            <a:ext cx="3255645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Organizer or admin approval is reflected in real time.</a:t>
            </a:r>
            <a:endParaRPr lang="en-US" sz="1850" dirty="0"/>
          </a:p>
        </p:txBody>
      </p:sp>
      <p:sp>
        <p:nvSpPr>
          <p:cNvPr id="13" name="Shape 10"/>
          <p:cNvSpPr/>
          <p:nvPr/>
        </p:nvSpPr>
        <p:spPr>
          <a:xfrm>
            <a:off x="6324124" y="6090404"/>
            <a:ext cx="7468553" cy="1372433"/>
          </a:xfrm>
          <a:prstGeom prst="rect">
            <a:avLst/>
          </a:prstGeom>
          <a:solidFill>
            <a:srgbClr val="304755"/>
          </a:solidFill>
          <a:ln/>
        </p:spPr>
      </p:sp>
      <p:sp>
        <p:nvSpPr>
          <p:cNvPr id="14" name="Shape 11"/>
          <p:cNvSpPr/>
          <p:nvPr/>
        </p:nvSpPr>
        <p:spPr>
          <a:xfrm>
            <a:off x="6324124" y="6090404"/>
            <a:ext cx="7468553" cy="30480"/>
          </a:xfrm>
          <a:prstGeom prst="roundRect">
            <a:avLst>
              <a:gd name="adj" fmla="val 117806"/>
            </a:avLst>
          </a:prstGeom>
          <a:solidFill>
            <a:srgbClr val="49606E"/>
          </a:solidFill>
          <a:ln/>
        </p:spPr>
      </p:sp>
      <p:sp>
        <p:nvSpPr>
          <p:cNvPr id="15" name="Text 12"/>
          <p:cNvSpPr/>
          <p:nvPr/>
        </p:nvSpPr>
        <p:spPr>
          <a:xfrm>
            <a:off x="6563439" y="6329720"/>
            <a:ext cx="2816185" cy="3671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📋</a:t>
            </a: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 Tracked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6563439" y="6840498"/>
            <a:ext cx="6989921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All your events in one place — no missed deadlines.</a:t>
            </a:r>
            <a:endParaRPr lang="en-US" sz="1850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1A5ABD3B-B683-7480-FA20-738F4CE98C4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196" r="11846"/>
          <a:stretch>
            <a:fillRect/>
          </a:stretch>
        </p:blipFill>
        <p:spPr>
          <a:xfrm>
            <a:off x="181459" y="1324901"/>
            <a:ext cx="6051225" cy="609986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035129"/>
            <a:ext cx="6457355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Smart Event Filters</a:t>
            </a:r>
            <a:endParaRPr lang="en-US" sz="4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l="13279" r="13069" b="17843"/>
          <a:stretch>
            <a:fillRect/>
          </a:stretch>
        </p:blipFill>
        <p:spPr>
          <a:xfrm>
            <a:off x="110358" y="1936887"/>
            <a:ext cx="9458383" cy="509775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45491" y="2337435"/>
            <a:ext cx="4154686" cy="703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Find Exactly What You're Looking For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9645491" y="3280648"/>
            <a:ext cx="4154686" cy="1915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With dozens of events happening across campus, smart filters help students narrow down by category, date, or type — so they never miss what matters to them.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9645491" y="5411152"/>
            <a:ext cx="4154686" cy="1699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Filter by event category (Hackathon, Sports, Cultural, etc.)</a:t>
            </a:r>
            <a:endParaRPr lang="en-US" sz="1850" dirty="0"/>
          </a:p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Search by keyword or event name</a:t>
            </a:r>
            <a:endParaRPr lang="en-US" sz="1850" dirty="0"/>
          </a:p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Sort by date or popularity</a:t>
            </a:r>
            <a:endParaRPr lang="en-US" sz="1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246662" y="182760"/>
            <a:ext cx="5172194" cy="5984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Admin Dashboard</a:t>
            </a:r>
            <a:endParaRPr lang="en-US" sz="3750" dirty="0"/>
          </a:p>
        </p:txBody>
      </p:sp>
      <p:sp>
        <p:nvSpPr>
          <p:cNvPr id="4" name="Text 1"/>
          <p:cNvSpPr/>
          <p:nvPr/>
        </p:nvSpPr>
        <p:spPr>
          <a:xfrm>
            <a:off x="3786723" y="749075"/>
            <a:ext cx="7468553" cy="6022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University admins and event organizers get a powerful control panel to oversee all campus activity — from approving events to monitoring registrations.</a:t>
            </a:r>
            <a:endParaRPr lang="en-US" sz="16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8960" y="1367553"/>
            <a:ext cx="508635" cy="50863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38960" y="2092286"/>
            <a:ext cx="2393752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Approve Events</a:t>
            </a:r>
            <a:endParaRPr lang="en-US" sz="1850" dirty="0"/>
          </a:p>
        </p:txBody>
      </p:sp>
      <p:sp>
        <p:nvSpPr>
          <p:cNvPr id="7" name="Text 3"/>
          <p:cNvSpPr/>
          <p:nvPr/>
        </p:nvSpPr>
        <p:spPr>
          <a:xfrm>
            <a:off x="6324124" y="3580686"/>
            <a:ext cx="7468553" cy="3011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endParaRPr lang="en-US" sz="16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9088" y="3031253"/>
            <a:ext cx="508635" cy="50863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29088" y="3755987"/>
            <a:ext cx="2393752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Manage Users</a:t>
            </a:r>
            <a:endParaRPr lang="en-US" sz="1850" dirty="0"/>
          </a:p>
        </p:txBody>
      </p:sp>
      <p:sp>
        <p:nvSpPr>
          <p:cNvPr id="10" name="Text 5"/>
          <p:cNvSpPr/>
          <p:nvPr/>
        </p:nvSpPr>
        <p:spPr>
          <a:xfrm>
            <a:off x="329088" y="4046697"/>
            <a:ext cx="7468553" cy="3011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Oversee student and organizer</a:t>
            </a:r>
          </a:p>
          <a:p>
            <a:pPr marL="0" indent="0" algn="l">
              <a:lnSpc>
                <a:spcPts val="235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accounts with role-based permissions.</a:t>
            </a:r>
            <a:endParaRPr lang="en-US" sz="16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38960" y="4870201"/>
            <a:ext cx="508635" cy="508635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338960" y="5594934"/>
            <a:ext cx="2676763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Platform Overview</a:t>
            </a:r>
            <a:endParaRPr lang="en-US" sz="1850" dirty="0"/>
          </a:p>
        </p:txBody>
      </p:sp>
      <p:sp>
        <p:nvSpPr>
          <p:cNvPr id="13" name="Text 7"/>
          <p:cNvSpPr/>
          <p:nvPr/>
        </p:nvSpPr>
        <p:spPr>
          <a:xfrm>
            <a:off x="338960" y="5959681"/>
            <a:ext cx="7468553" cy="3011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Get a bird's-eye view of all events,</a:t>
            </a:r>
          </a:p>
          <a:p>
            <a:pPr marL="0" indent="0" algn="l">
              <a:lnSpc>
                <a:spcPts val="235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registrations, and campus engagement.</a:t>
            </a:r>
            <a:endParaRPr lang="en-US" sz="1600" dirty="0"/>
          </a:p>
        </p:txBody>
      </p:sp>
      <p:sp>
        <p:nvSpPr>
          <p:cNvPr id="14" name="Text 1">
            <a:extLst>
              <a:ext uri="{FF2B5EF4-FFF2-40B4-BE49-F238E27FC236}">
                <a16:creationId xmlns:a16="http://schemas.microsoft.com/office/drawing/2014/main" id="{8B9F1EA0-8A1D-9892-3145-2DADBC8DA085}"/>
              </a:ext>
            </a:extLst>
          </p:cNvPr>
          <p:cNvSpPr/>
          <p:nvPr/>
        </p:nvSpPr>
        <p:spPr>
          <a:xfrm>
            <a:off x="3786723" y="743159"/>
            <a:ext cx="7468553" cy="6022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University admins and event organizers get a powerful control panel to oversee all campus activity — from approving events to monitoring registrations.</a:t>
            </a:r>
            <a:endParaRPr lang="en-US" sz="1600" dirty="0"/>
          </a:p>
        </p:txBody>
      </p:sp>
      <p:sp>
        <p:nvSpPr>
          <p:cNvPr id="15" name="Text 3">
            <a:extLst>
              <a:ext uri="{FF2B5EF4-FFF2-40B4-BE49-F238E27FC236}">
                <a16:creationId xmlns:a16="http://schemas.microsoft.com/office/drawing/2014/main" id="{3B418064-EA43-F8F5-C6F9-91B7C3C26D63}"/>
              </a:ext>
            </a:extLst>
          </p:cNvPr>
          <p:cNvSpPr/>
          <p:nvPr/>
        </p:nvSpPr>
        <p:spPr>
          <a:xfrm>
            <a:off x="338960" y="2380455"/>
            <a:ext cx="7468553" cy="3011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Review and approve event submissions</a:t>
            </a:r>
          </a:p>
          <a:p>
            <a:pPr marL="0" indent="0" algn="l">
              <a:lnSpc>
                <a:spcPts val="235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before they go live on the platform.</a:t>
            </a:r>
            <a:endParaRPr lang="en-US" sz="16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62E20FB-68D1-889E-5BFC-EF31C3957AA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4068" r="14068"/>
          <a:stretch>
            <a:fillRect/>
          </a:stretch>
        </p:blipFill>
        <p:spPr>
          <a:xfrm>
            <a:off x="4125191" y="1460332"/>
            <a:ext cx="10320990" cy="665610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746760"/>
            <a:ext cx="7396877" cy="563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Create Events &amp; Tech Stack</a:t>
            </a:r>
            <a:endParaRPr lang="en-US" sz="35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l="16361" r="14522"/>
          <a:stretch>
            <a:fillRect/>
          </a:stretch>
        </p:blipFill>
        <p:spPr>
          <a:xfrm>
            <a:off x="244062" y="1398983"/>
            <a:ext cx="5127578" cy="628748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569648" y="2203133"/>
            <a:ext cx="2706529" cy="281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Event Creation Flow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9569648" y="2637830"/>
            <a:ext cx="4230529" cy="826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Organizers fill in event details — name, description, date, category, and capacity — and submit for admin approval. Simple, fast, and structured.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9569648" y="3732741"/>
            <a:ext cx="4230529" cy="31552"/>
          </a:xfrm>
          <a:prstGeom prst="rect">
            <a:avLst/>
          </a:prstGeom>
          <a:solidFill>
            <a:srgbClr val="CAD6DE">
              <a:alpha val="5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9569648" y="3936563"/>
            <a:ext cx="2252901" cy="289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🛠</a:t>
            </a:r>
            <a:r>
              <a:rPr lang="en-US" sz="17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 Tech Stack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9569648" y="4378881"/>
            <a:ext cx="4230529" cy="12632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50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Frontend:</a:t>
            </a:r>
            <a:r>
              <a:rPr lang="en-US" sz="15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HTML ,React </a:t>
            </a:r>
            <a:r>
              <a:rPr lang="en-US" sz="1500" dirty="0" err="1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js</a:t>
            </a:r>
            <a:r>
              <a:rPr lang="en-US" sz="15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, </a:t>
            </a:r>
            <a:r>
              <a:rPr lang="en-US" sz="1500" dirty="0" err="1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TailwindCSS</a:t>
            </a:r>
            <a:r>
              <a:rPr lang="en-US" sz="15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,</a:t>
            </a:r>
          </a:p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50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Backend:</a:t>
            </a:r>
            <a:r>
              <a:rPr lang="en-US" sz="15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Node.js, Express, rest APIs</a:t>
            </a:r>
            <a:endParaRPr lang="en-US" sz="1500" dirty="0"/>
          </a:p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50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Database:</a:t>
            </a:r>
            <a:r>
              <a:rPr lang="en-US" sz="15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MongoDB</a:t>
            </a:r>
            <a:endParaRPr lang="en-US" sz="1500" dirty="0"/>
          </a:p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50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Auth:</a:t>
            </a:r>
            <a:r>
              <a:rPr lang="en-US" sz="15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JWT-based authentication</a:t>
            </a:r>
          </a:p>
          <a:p>
            <a:pPr marL="342900" indent="-342900">
              <a:lnSpc>
                <a:spcPts val="2150"/>
              </a:lnSpc>
              <a:buSzPct val="100000"/>
              <a:buChar char="•"/>
            </a:pPr>
            <a:r>
              <a:rPr lang="en-US" sz="1500" b="1" dirty="0" err="1">
                <a:solidFill>
                  <a:schemeClr val="bg1">
                    <a:lumMod val="95000"/>
                  </a:schemeClr>
                </a:solidFill>
                <a:latin typeface="Cabin" panose="020B0604020202020204" charset="0"/>
              </a:rPr>
              <a:t>bcrypt</a:t>
            </a:r>
            <a:r>
              <a:rPr lang="en-US" sz="1500" dirty="0">
                <a:solidFill>
                  <a:schemeClr val="bg1">
                    <a:lumMod val="95000"/>
                  </a:schemeClr>
                </a:solidFill>
                <a:latin typeface="Cabin" panose="020B0604020202020204" charset="0"/>
              </a:rPr>
              <a:t> → Password hashing</a:t>
            </a:r>
          </a:p>
        </p:txBody>
      </p:sp>
      <p:sp>
        <p:nvSpPr>
          <p:cNvPr id="9" name="Shape 6"/>
          <p:cNvSpPr/>
          <p:nvPr/>
        </p:nvSpPr>
        <p:spPr>
          <a:xfrm>
            <a:off x="9569648" y="6015395"/>
            <a:ext cx="4230529" cy="985837"/>
          </a:xfrm>
          <a:prstGeom prst="roundRect">
            <a:avLst>
              <a:gd name="adj" fmla="val 2914"/>
            </a:avLst>
          </a:prstGeom>
          <a:solidFill>
            <a:srgbClr val="054842"/>
          </a:solidFill>
          <a:ln/>
        </p:spPr>
        <p:txBody>
          <a:bodyPr/>
          <a:lstStyle/>
          <a:p>
            <a:endParaRPr lang="en-US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61101" y="6292930"/>
            <a:ext cx="239316" cy="19145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191869" y="6216373"/>
            <a:ext cx="3416856" cy="5512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Full project available on GitHub — built and tested end-to-end during internship.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7C80743-E1EF-AA40-718D-37D86CECDA08}"/>
              </a:ext>
            </a:extLst>
          </p:cNvPr>
          <p:cNvSpPr txBox="1"/>
          <p:nvPr/>
        </p:nvSpPr>
        <p:spPr>
          <a:xfrm>
            <a:off x="4457700" y="141880"/>
            <a:ext cx="7315200" cy="656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4000" b="1" dirty="0">
                <a:solidFill>
                  <a:schemeClr val="bg1"/>
                </a:solidFill>
                <a:latin typeface="Unbounded" panose="020B0604020202020204" charset="0"/>
              </a:rPr>
              <a:t>Approval Page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0D79F0D-ED01-B99A-90F2-D7BD199242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873" y="855196"/>
            <a:ext cx="13689613" cy="6519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72267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6144292-62E7-6351-347F-404C60968386}"/>
              </a:ext>
            </a:extLst>
          </p:cNvPr>
          <p:cNvSpPr txBox="1"/>
          <p:nvPr/>
        </p:nvSpPr>
        <p:spPr>
          <a:xfrm>
            <a:off x="4405746" y="198642"/>
            <a:ext cx="7315200" cy="6127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200" b="1" dirty="0">
                <a:solidFill>
                  <a:schemeClr val="bg1"/>
                </a:solidFill>
                <a:latin typeface="Unbounded" panose="020B0604020202020204" charset="0"/>
              </a:rPr>
              <a:t>Managing Event Page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BE0154-6DA6-1559-C62C-FD1DD8F35BF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761" r="23690"/>
          <a:stretch>
            <a:fillRect/>
          </a:stretch>
        </p:blipFill>
        <p:spPr>
          <a:xfrm>
            <a:off x="125107" y="1320882"/>
            <a:ext cx="6259807" cy="558783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B20E122-D95F-FEAE-539F-3919D16A914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621" r="13371" b="30334"/>
          <a:stretch>
            <a:fillRect/>
          </a:stretch>
        </p:blipFill>
        <p:spPr>
          <a:xfrm>
            <a:off x="6445544" y="1627990"/>
            <a:ext cx="8059749" cy="4405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47489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9B84B3B-2576-CB06-C7E0-515443A8F1A7}"/>
              </a:ext>
            </a:extLst>
          </p:cNvPr>
          <p:cNvSpPr txBox="1"/>
          <p:nvPr/>
        </p:nvSpPr>
        <p:spPr>
          <a:xfrm>
            <a:off x="2743200" y="180754"/>
            <a:ext cx="10026503" cy="621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00" b="1" dirty="0">
                <a:solidFill>
                  <a:schemeClr val="bg1"/>
                </a:solidFill>
                <a:latin typeface="Unbounded" panose="020B0604020202020204" charset="0"/>
              </a:rPr>
              <a:t>Created Events will show like this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B82E3B-0A29-E0FE-2BC6-82C2D73C66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107" y="1175010"/>
            <a:ext cx="14380186" cy="6873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96852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3F6361E-1765-990A-BEA0-7379BCB5F2B8}"/>
              </a:ext>
            </a:extLst>
          </p:cNvPr>
          <p:cNvSpPr txBox="1"/>
          <p:nvPr/>
        </p:nvSpPr>
        <p:spPr>
          <a:xfrm>
            <a:off x="3127663" y="224013"/>
            <a:ext cx="9580418" cy="1183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400" b="1" dirty="0">
                <a:solidFill>
                  <a:schemeClr val="bg1"/>
                </a:solidFill>
                <a:latin typeface="Unbounded" panose="020B0604020202020204" charset="0"/>
              </a:rPr>
              <a:t>Student dashboard</a:t>
            </a:r>
          </a:p>
          <a:p>
            <a:pPr marL="0" indent="0" algn="l">
              <a:lnSpc>
                <a:spcPts val="4400"/>
              </a:lnSpc>
              <a:buNone/>
            </a:pPr>
            <a:endParaRPr lang="en-US" sz="3400" b="1" dirty="0">
              <a:solidFill>
                <a:schemeClr val="bg1"/>
              </a:solidFill>
              <a:latin typeface="Unbounded" panose="020B060402020202020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9820058-3F2F-3644-222E-7AFB152789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020" y="1178375"/>
            <a:ext cx="14296359" cy="6911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73298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B8BA40B-2AE7-F214-AAC5-4C721DA0573A}"/>
              </a:ext>
            </a:extLst>
          </p:cNvPr>
          <p:cNvSpPr txBox="1"/>
          <p:nvPr/>
        </p:nvSpPr>
        <p:spPr>
          <a:xfrm>
            <a:off x="3990109" y="164323"/>
            <a:ext cx="6440431" cy="621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00" b="1" dirty="0">
                <a:solidFill>
                  <a:schemeClr val="bg1"/>
                </a:solidFill>
                <a:latin typeface="Unbounded" panose="020B0604020202020204" charset="0"/>
              </a:rPr>
              <a:t>Registering for events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3AFA4E2-3BB8-825A-498A-290110EB5F3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245" t="1360" r="22741" b="-1360"/>
          <a:stretch>
            <a:fillRect/>
          </a:stretch>
        </p:blipFill>
        <p:spPr>
          <a:xfrm>
            <a:off x="127035" y="992082"/>
            <a:ext cx="7726148" cy="687383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E52A7AB-A9FE-0D17-94F6-271AC3BDFF2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607" t="1826" r="13790" b="-1826"/>
          <a:stretch>
            <a:fillRect/>
          </a:stretch>
        </p:blipFill>
        <p:spPr>
          <a:xfrm>
            <a:off x="8047378" y="992082"/>
            <a:ext cx="6302468" cy="6828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14972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D923E3B-F387-CA60-8779-8D562083EB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9389" y="1196387"/>
            <a:ext cx="9557831" cy="461817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3271678-A3E1-F2E7-BF01-36700F68C18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8601"/>
          <a:stretch>
            <a:fillRect/>
          </a:stretch>
        </p:blipFill>
        <p:spPr>
          <a:xfrm>
            <a:off x="216816" y="6466854"/>
            <a:ext cx="14196767" cy="16107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FBFC15F-0982-8A1B-BC79-E1A398C5A447}"/>
              </a:ext>
            </a:extLst>
          </p:cNvPr>
          <p:cNvSpPr txBox="1"/>
          <p:nvPr/>
        </p:nvSpPr>
        <p:spPr>
          <a:xfrm>
            <a:off x="1889389" y="289556"/>
            <a:ext cx="10567555" cy="7405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36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Smart Event Filters for students too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0640315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7C905AE-AF97-A068-80DE-C3DFEFC04186}"/>
              </a:ext>
            </a:extLst>
          </p:cNvPr>
          <p:cNvSpPr txBox="1"/>
          <p:nvPr/>
        </p:nvSpPr>
        <p:spPr>
          <a:xfrm>
            <a:off x="3657600" y="3827253"/>
            <a:ext cx="7772400" cy="743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7200" b="1" i="1" dirty="0">
                <a:solidFill>
                  <a:schemeClr val="bg1"/>
                </a:solidFill>
                <a:latin typeface="Cabin" panose="020B0604020202020204" charset="0"/>
              </a:rPr>
              <a:t>     Thank you</a:t>
            </a:r>
          </a:p>
        </p:txBody>
      </p:sp>
    </p:spTree>
    <p:extLst>
      <p:ext uri="{BB962C8B-B14F-4D97-AF65-F5344CB8AC3E}">
        <p14:creationId xmlns:p14="http://schemas.microsoft.com/office/powerpoint/2010/main" val="1345724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937</Words>
  <Application>Microsoft Office PowerPoint</Application>
  <PresentationFormat>Custom</PresentationFormat>
  <Paragraphs>99</Paragraphs>
  <Slides>17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Unbounded</vt:lpstr>
      <vt:lpstr>Arial</vt:lpstr>
      <vt:lpstr>Cabin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Aditya Sing</dc:creator>
  <cp:lastModifiedBy>Aditya Sing</cp:lastModifiedBy>
  <cp:revision>2</cp:revision>
  <dcterms:created xsi:type="dcterms:W3CDTF">2026-04-08T13:11:42Z</dcterms:created>
  <dcterms:modified xsi:type="dcterms:W3CDTF">2026-04-08T13:54:43Z</dcterms:modified>
</cp:coreProperties>
</file>